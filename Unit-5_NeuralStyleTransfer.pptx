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57" r:id="rId2"/>
    <p:sldId id="258" r:id="rId3"/>
    <p:sldId id="269" r:id="rId4"/>
    <p:sldId id="296" r:id="rId5"/>
    <p:sldId id="260" r:id="rId6"/>
    <p:sldId id="259" r:id="rId7"/>
    <p:sldId id="262" r:id="rId8"/>
    <p:sldId id="297" r:id="rId9"/>
    <p:sldId id="295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80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B61B2F-57CC-4B0B-B322-6522510DDC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7DED3F-7878-4A67-8489-53B75FA3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12/23/2024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5F915-035B-4E6F-A5C3-95D97225A9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78C47-D1A3-49BF-91CE-A9D76F083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30A0E-35C4-4E02-A484-9D7F78635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20770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12/23/2024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309B8-3DAE-4E64-AC95-9ED0167DE5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6413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27813" cy="37290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D5A1-37CC-4B13-9F17-5059BEF349E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0E23727-7F63-43D2-8838-4E893E004DF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12/23/2024</a:t>
            </a:r>
          </a:p>
        </p:txBody>
      </p:sp>
    </p:spTree>
    <p:extLst>
      <p:ext uri="{BB962C8B-B14F-4D97-AF65-F5344CB8AC3E}">
        <p14:creationId xmlns:p14="http://schemas.microsoft.com/office/powerpoint/2010/main" val="3201279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309B8-3DAE-4E64-AC95-9ED0167DE584}" type="slidenum">
              <a:rPr lang="en-IN" smtClean="0"/>
              <a:t>5</a:t>
            </a:fld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69B611-7EBC-479E-9853-C538285770B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12/23/2024</a:t>
            </a:r>
          </a:p>
        </p:txBody>
      </p:sp>
    </p:spTree>
    <p:extLst>
      <p:ext uri="{BB962C8B-B14F-4D97-AF65-F5344CB8AC3E}">
        <p14:creationId xmlns:p14="http://schemas.microsoft.com/office/powerpoint/2010/main" val="2028376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TEAM-37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TEAM-37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TEAM-37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TEAM-37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TEAM-37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TEAM-37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TEAM-37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TEAM-37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TEAM-37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TEAM-37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TEAM-37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TEAM-37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8"/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24-Dec-24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5" r:id="rId1"/>
    <p:sldLayoutId id="2147484566" r:id="rId2"/>
    <p:sldLayoutId id="2147484567" r:id="rId3"/>
    <p:sldLayoutId id="2147484568" r:id="rId4"/>
    <p:sldLayoutId id="2147484569" r:id="rId5"/>
    <p:sldLayoutId id="2147484570" r:id="rId6"/>
    <p:sldLayoutId id="2147484571" r:id="rId7"/>
    <p:sldLayoutId id="2147484572" r:id="rId8"/>
    <p:sldLayoutId id="2147484575" r:id="rId9"/>
    <p:sldLayoutId id="2147484573" r:id="rId10"/>
    <p:sldLayoutId id="2147484574" r:id="rId11"/>
    <p:sldLayoutId id="2147484603" r:id="rId12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lum/>
          </a:blip>
          <a:srcRect/>
          <a:tile tx="0" ty="0" sx="100000" sy="8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31435" y="79821"/>
            <a:ext cx="8855765" cy="1708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cs typeface="Times New Roman"/>
              </a:rPr>
              <a:t>KONGU ENGINEERING COLLEGE</a:t>
            </a:r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cs typeface="Times New Roman"/>
              </a:rPr>
              <a:t> </a:t>
            </a:r>
            <a:endParaRPr lang="en-US" sz="2400" dirty="0">
              <a:solidFill>
                <a:schemeClr val="accent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sz="200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cs typeface="Times New Roman"/>
              </a:rPr>
              <a:t>PERUNDURAI ERODE-638060</a:t>
            </a:r>
          </a:p>
          <a:p>
            <a:pPr algn="ctr"/>
            <a:endParaRPr lang="en-US" sz="2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sz="2800" b="1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cs typeface="Times New Roman"/>
              </a:rPr>
              <a:t>DEPARTMENT OF COMPUTER APPLICATIONS</a:t>
            </a:r>
            <a:endParaRPr lang="en-US" sz="2800" b="1" dirty="0">
              <a:ln w="0"/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1" y="52744"/>
            <a:ext cx="1259632" cy="1517856"/>
          </a:xfrm>
          <a:prstGeom prst="rect">
            <a:avLst/>
          </a:prstGeom>
        </p:spPr>
      </p:pic>
      <p:pic>
        <p:nvPicPr>
          <p:cNvPr id="18" name="Picture 17" descr="G:\TBI\TBI@KEC Logos\K Transform\6-5x4 product centre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258" y="1247244"/>
            <a:ext cx="1713898" cy="14904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0139EF-2A66-D072-EE94-3876695C0D0B}"/>
              </a:ext>
            </a:extLst>
          </p:cNvPr>
          <p:cNvSpPr txBox="1"/>
          <p:nvPr/>
        </p:nvSpPr>
        <p:spPr>
          <a:xfrm>
            <a:off x="4097384" y="2849033"/>
            <a:ext cx="7789816" cy="5799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Style Transfer in Deep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8AFCE-132D-4924-9FA3-43A02A64859F}"/>
              </a:ext>
            </a:extLst>
          </p:cNvPr>
          <p:cNvSpPr txBox="1"/>
          <p:nvPr/>
        </p:nvSpPr>
        <p:spPr>
          <a:xfrm>
            <a:off x="6261650" y="2127291"/>
            <a:ext cx="2133941" cy="5799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– 5</a:t>
            </a:r>
          </a:p>
        </p:txBody>
      </p:sp>
    </p:spTree>
    <p:extLst>
      <p:ext uri="{BB962C8B-B14F-4D97-AF65-F5344CB8AC3E}">
        <p14:creationId xmlns:p14="http://schemas.microsoft.com/office/powerpoint/2010/main" val="4145053930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D1180F-66AA-83A9-31D8-AABAC5624BF7}"/>
              </a:ext>
            </a:extLst>
          </p:cNvPr>
          <p:cNvSpPr txBox="1"/>
          <p:nvPr/>
        </p:nvSpPr>
        <p:spPr>
          <a:xfrm>
            <a:off x="1951348" y="298584"/>
            <a:ext cx="897431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90BB17-49F0-4A19-F93F-2DDBF995DBEE}"/>
              </a:ext>
            </a:extLst>
          </p:cNvPr>
          <p:cNvSpPr txBox="1"/>
          <p:nvPr/>
        </p:nvSpPr>
        <p:spPr>
          <a:xfrm>
            <a:off x="923390" y="1087560"/>
            <a:ext cx="11030233" cy="22419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57188" lvl="0" indent="-357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Neural Style Transfer (NST) is a computer vision technique that combines the content of one image with the style of another using deep learning.</a:t>
            </a:r>
          </a:p>
          <a:p>
            <a:pPr marL="357188" lvl="0" indent="-357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Proposed by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Gatys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(2015).</a:t>
            </a:r>
          </a:p>
          <a:p>
            <a:pPr marL="357188" lvl="0" indent="-357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Art generation, photo editing, AR/VR, creative industries.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4DB30D-587F-479D-B36B-E6D3DF510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24-Dec-24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2B95C-3F3A-40D4-8F60-22A229218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61" y="3607235"/>
            <a:ext cx="8255114" cy="274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9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650" y="136524"/>
            <a:ext cx="10972800" cy="60642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Concept &amp; Core Idea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23877" y="1255468"/>
            <a:ext cx="10658573" cy="4181235"/>
          </a:xfrm>
        </p:spPr>
        <p:txBody>
          <a:bodyPr/>
          <a:lstStyle/>
          <a:p>
            <a:pPr marL="268288" lvl="0" indent="-268288" algn="just">
              <a:lnSpc>
                <a:spcPct val="15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Image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base image whose structure we want to preserve.</a:t>
            </a:r>
          </a:p>
          <a:p>
            <a:pPr marL="268288" lvl="0" indent="-268288" algn="just">
              <a:lnSpc>
                <a:spcPct val="15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Image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artistic image whose style we want to apply.</a:t>
            </a:r>
          </a:p>
          <a:p>
            <a:pPr marL="268288" lvl="0" indent="-268288" algn="just">
              <a:lnSpc>
                <a:spcPct val="15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Image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blend of content + style.</a:t>
            </a:r>
          </a:p>
          <a:p>
            <a:pPr marL="268288" lvl="0" indent="-268288" algn="just">
              <a:lnSpc>
                <a:spcPct val="15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CNN (VGG19)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feature extractor.</a:t>
            </a:r>
          </a:p>
          <a:p>
            <a:pPr marL="268288" lvl="0" indent="-268288" algn="just">
              <a:lnSpc>
                <a:spcPct val="15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Representation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Captured from higher layers (object structure).</a:t>
            </a:r>
          </a:p>
          <a:p>
            <a:pPr marL="268288" lvl="0" indent="-268288" algn="just">
              <a:lnSpc>
                <a:spcPct val="15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Representation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Captured using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 matrices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feature activations (texture, color, brush strokes).</a:t>
            </a:r>
          </a:p>
          <a:p>
            <a:pPr marL="268288" lvl="0" indent="-268288" algn="just">
              <a:lnSpc>
                <a:spcPct val="150000"/>
              </a:lnSpc>
              <a:spcBef>
                <a:spcPct val="0"/>
              </a:spcBef>
              <a:buSzTx/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marR="196215" indent="-268288" algn="just">
              <a:lnSpc>
                <a:spcPct val="150000"/>
              </a:lnSpc>
              <a:spcBef>
                <a:spcPts val="2040"/>
              </a:spcBef>
              <a:spcAft>
                <a:spcPts val="0"/>
              </a:spcAft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42FEFA-D17B-4CAA-B862-9C924D3D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24-Dec-24</a:t>
            </a:r>
          </a:p>
        </p:txBody>
      </p:sp>
    </p:spTree>
    <p:extLst>
      <p:ext uri="{BB962C8B-B14F-4D97-AF65-F5344CB8AC3E}">
        <p14:creationId xmlns:p14="http://schemas.microsoft.com/office/powerpoint/2010/main" val="1438833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62FD0-7240-4E36-B751-A406E34530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24-Dec-24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144EB8-8AAF-44DA-8BDE-FD910A3AA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675" y="1590261"/>
            <a:ext cx="9645141" cy="38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36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77B7B3-2DEE-7E48-C03C-FE9E260DE928}"/>
              </a:ext>
            </a:extLst>
          </p:cNvPr>
          <p:cNvSpPr txBox="1"/>
          <p:nvPr/>
        </p:nvSpPr>
        <p:spPr>
          <a:xfrm>
            <a:off x="1342611" y="261606"/>
            <a:ext cx="10648949" cy="7425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R="191770" algn="ctr">
              <a:lnSpc>
                <a:spcPct val="150000"/>
              </a:lnSpc>
              <a:spcBef>
                <a:spcPts val="2040"/>
              </a:spcBef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Loss Functions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CDD26A4-D155-4264-9029-1ACCC287B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84B649-6F23-413D-8ECB-12F0EDE99884}"/>
              </a:ext>
            </a:extLst>
          </p:cNvPr>
          <p:cNvSpPr txBox="1">
            <a:spLocks/>
          </p:cNvSpPr>
          <p:nvPr/>
        </p:nvSpPr>
        <p:spPr>
          <a:xfrm>
            <a:off x="923827" y="1140642"/>
            <a:ext cx="10658573" cy="5580833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196215" algn="just">
              <a:lnSpc>
                <a:spcPct val="150000"/>
              </a:lnSpc>
              <a:spcBef>
                <a:spcPts val="204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7C57882-537B-490B-901D-411F2E3A6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746" y="1288489"/>
            <a:ext cx="8727867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Loss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MSE between content image and output features.</a:t>
            </a:r>
          </a:p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Loss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MSE between Gram matrices of style image and output.</a:t>
            </a:r>
          </a:p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Loss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Content Loss * α + Style Loss * β</a:t>
            </a:r>
          </a:p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and β control the trade-off.</a:t>
            </a:r>
          </a:p>
        </p:txBody>
      </p:sp>
    </p:spTree>
    <p:extLst>
      <p:ext uri="{BB962C8B-B14F-4D97-AF65-F5344CB8AC3E}">
        <p14:creationId xmlns:p14="http://schemas.microsoft.com/office/powerpoint/2010/main" val="2308821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4008"/>
            <a:ext cx="10972800" cy="603316"/>
          </a:xfrm>
        </p:spPr>
        <p:txBody>
          <a:bodyPr/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Process</a:t>
            </a:r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BAA5E1-70E8-42D5-B4C9-F15B48372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24-Dec-24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BA42056-EB65-4C5D-86FA-987317FD5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085" y="1822299"/>
            <a:ext cx="7582845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output image (copy of content or random noise).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pass through CNN.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Content &amp; Style Loss.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Backpropagate gradients.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output image pixels (not CNN weights).</a:t>
            </a:r>
          </a:p>
        </p:txBody>
      </p:sp>
    </p:spTree>
    <p:extLst>
      <p:ext uri="{BB962C8B-B14F-4D97-AF65-F5344CB8AC3E}">
        <p14:creationId xmlns:p14="http://schemas.microsoft.com/office/powerpoint/2010/main" val="2603281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D9C507-4F28-24E1-61C2-979D59000DB5}"/>
              </a:ext>
            </a:extLst>
          </p:cNvPr>
          <p:cNvSpPr txBox="1"/>
          <p:nvPr/>
        </p:nvSpPr>
        <p:spPr>
          <a:xfrm>
            <a:off x="1598932" y="470550"/>
            <a:ext cx="980700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 &amp; Challenges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7CC0BC-6A18-4D57-8850-379AD01E9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932" y="1477023"/>
            <a:ext cx="7326407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1188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visually appealing results.</a:t>
            </a:r>
          </a:p>
          <a:p>
            <a:pPr marL="611188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Leverages pre-trained networks.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indent="-268288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2547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expensive.</a:t>
            </a:r>
          </a:p>
          <a:p>
            <a:pPr marL="536575" indent="-268288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2547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for high-resolution images.</a:t>
            </a:r>
          </a:p>
          <a:p>
            <a:pPr marL="536575" indent="-268288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2547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Trade-off between style &amp; content balance.</a:t>
            </a:r>
          </a:p>
        </p:txBody>
      </p:sp>
    </p:spTree>
    <p:extLst>
      <p:ext uri="{BB962C8B-B14F-4D97-AF65-F5344CB8AC3E}">
        <p14:creationId xmlns:p14="http://schemas.microsoft.com/office/powerpoint/2010/main" val="1704370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66F2C7-C389-4CF2-ABE6-2570DE93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24-Dec-24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5D60A-E3A7-4318-9B18-F034B9234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331" y="831574"/>
            <a:ext cx="2438400" cy="243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AD0C5C-C78B-40EE-9FD0-994D16C1C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878" y="831574"/>
            <a:ext cx="2438400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910BF7-9219-49AF-A562-74390091A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087" y="831575"/>
            <a:ext cx="2438400" cy="2438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2D4942-BF58-4DC7-8062-AEB8355C44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330" y="3697354"/>
            <a:ext cx="2438401" cy="24384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96930A-D18D-4D53-B773-057CE4CFA1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896" y="3697355"/>
            <a:ext cx="2438400" cy="2438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25CA3F-122B-490A-9D75-0078873C24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460" y="3697353"/>
            <a:ext cx="2438399" cy="2438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9BD4A4-3DC3-4C7C-92D8-BF24A599FB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790" y="1971261"/>
            <a:ext cx="2597426" cy="259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71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F3F90D-9F31-4AF0-AE5E-E79288CCACE0}"/>
              </a:ext>
            </a:extLst>
          </p:cNvPr>
          <p:cNvSpPr txBox="1"/>
          <p:nvPr/>
        </p:nvSpPr>
        <p:spPr>
          <a:xfrm>
            <a:off x="1668544" y="829559"/>
            <a:ext cx="1901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33A6D2-F2C6-4174-9CFC-7F5EE1923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19" y="1428298"/>
            <a:ext cx="7696338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9388" lvl="0" indent="-1793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Style Transfer blends art and AI.</a:t>
            </a:r>
          </a:p>
          <a:p>
            <a:pPr marL="179388" lvl="0" indent="-1793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 new possibilities in creativity &amp; design.</a:t>
            </a:r>
          </a:p>
          <a:p>
            <a:pPr marL="179388" lvl="0" indent="-1793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Future: Faster, higher-quality, real-time NST.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https://shafeentejani.github.io/2017-01-03/fast-style-transfer/</a:t>
            </a:r>
          </a:p>
        </p:txBody>
      </p:sp>
    </p:spTree>
    <p:extLst>
      <p:ext uri="{BB962C8B-B14F-4D97-AF65-F5344CB8AC3E}">
        <p14:creationId xmlns:p14="http://schemas.microsoft.com/office/powerpoint/2010/main" val="1519147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849DBA-BF9D-420B-A577-152DEC41766A}"/>
              </a:ext>
            </a:extLst>
          </p:cNvPr>
          <p:cNvSpPr txBox="1"/>
          <p:nvPr/>
        </p:nvSpPr>
        <p:spPr>
          <a:xfrm>
            <a:off x="3148553" y="2394408"/>
            <a:ext cx="61102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3BC595-C6D3-465D-BEB9-F877D792F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24-Dec-24</a:t>
            </a:r>
          </a:p>
        </p:txBody>
      </p:sp>
    </p:spTree>
    <p:extLst>
      <p:ext uri="{BB962C8B-B14F-4D97-AF65-F5344CB8AC3E}">
        <p14:creationId xmlns:p14="http://schemas.microsoft.com/office/powerpoint/2010/main" val="15270906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950</TotalTime>
  <Words>322</Words>
  <Application>Microsoft Office PowerPoint</Application>
  <PresentationFormat>Widescreen</PresentationFormat>
  <Paragraphs>53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Wingdings 2</vt:lpstr>
      <vt:lpstr>Flow</vt:lpstr>
      <vt:lpstr>PowerPoint Presentation</vt:lpstr>
      <vt:lpstr>PowerPoint Presentation</vt:lpstr>
      <vt:lpstr>Key Concept &amp; Core Idea</vt:lpstr>
      <vt:lpstr>PowerPoint Presentation</vt:lpstr>
      <vt:lpstr>PowerPoint Presentation</vt:lpstr>
      <vt:lpstr>Optimization Process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SIVA</cp:lastModifiedBy>
  <cp:revision>71</cp:revision>
  <dcterms:created xsi:type="dcterms:W3CDTF">2023-09-01T10:41:25Z</dcterms:created>
  <dcterms:modified xsi:type="dcterms:W3CDTF">2025-09-30T03:54:49Z</dcterms:modified>
</cp:coreProperties>
</file>