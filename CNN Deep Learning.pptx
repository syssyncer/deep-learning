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8FDF-B42D-493C-A75C-8FD91B374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804F0-6B0A-4237-9488-B6354A53F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1ADF-A771-4288-88AC-A820A33B2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EB796-D025-4DCE-AAD8-D9DF4D4D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1F14-41A1-42DC-98D7-A831E2B5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36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6F09-13E6-4F52-AEB9-9379FBB5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3E7E-53A5-4C33-BC25-68EA1F508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950B6-43E8-4F51-8A9F-78CDC669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BD95E-0A2F-42EC-ADB6-1F2BB701B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AD8C4-2E5B-4C5A-A503-9BD5E88B7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6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E3AB-18E7-4365-B1CB-5FD1FAF1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4D5F9-F7EB-445D-992A-C824C320B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A08B6-A4ED-44AE-8C4F-8C6BFB97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BE4AB-34D9-4E9F-BFFB-3DFD1E5E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8709B-E876-4F4C-A3BA-0C94FC7B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66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5F70-E0D7-4A96-9D96-FCF8045F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B4B6-53CF-4C40-96AB-EF69B8342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BD9EA-87E1-40D1-9674-B585C823F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058FF-21BC-4A65-94C2-DCC95B653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6D7EE-3FFF-4A22-8EE7-183A49BD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96FAE-A5D9-4270-ABFA-78EFADF6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7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4AA31-A788-421C-8445-8CF2284C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7C5D0-AD1A-4C61-A836-2AF9C629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6DBD3-235A-4966-B438-B3C00F029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2D0FC5-8097-464B-8F77-4EEA768C9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C7128-3AE9-4F71-A8F0-16F384166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5A7DD-2D8B-44EA-9908-09EEE5EA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B48F8-B370-4F25-88E8-BA20F7609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B470E-106E-461B-BE40-73A739D8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06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4B8D-B1F3-4BB9-955B-170543C2E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7B849-930A-46AB-ACFF-6D50861C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F13A9-A9D3-4E6D-920D-2403B230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5D6D4-9BC8-41BD-991A-002F66E3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37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ACB55-DDB0-4D51-801D-42680873D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B7E9C-F894-4F2F-A4EF-9B475741C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00A58-04B0-45BE-88E4-A6A38D36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32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78FB-E51B-4ECA-AFCB-A729D2C2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A4C90-9778-43B3-9717-4F64D533A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CD400-06E4-4BD3-AABC-195ED592E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21CD4-4022-4283-A201-FF1AB17C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785D2-7C72-46F8-8698-4C98BB4D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E397A-D853-4819-A871-802C4114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3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FE336-0264-4309-88E8-BB6876B4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A2595B-B637-4001-9B36-C8F8AC638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37A14-02A6-4226-BA83-5A3E696CD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BC988-3231-48B6-AEE8-AA92C136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C1591-A57E-43D0-BED0-2CE365F4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B3E8A-0B12-4406-A475-B6A9BB63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A187-6982-447F-91B6-D86E24D6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CE560-6ECE-48D7-AB0B-4A4C4CA89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AE73E-8743-444D-B8D4-3712FBF2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4634D-3144-4F9E-B4BC-A1AB4024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545A3-381F-4EDE-A1DE-828E437E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10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3FECA-046C-4F02-9879-05101A300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AC2E8-79E0-443B-9093-02CE277B0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49069-B7F1-48CA-AC43-943CEA824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9549F-E124-49C9-8F2E-D84C0854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41F5F-EDD3-4541-AAC5-F0D605B8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95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8EE93C-0CC7-4EAB-B856-A58702FA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9325D-B67B-42EC-ADAE-BF72C0C2E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6FE4-B224-4CF7-BE4D-4B513AAB3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F7BB0-E485-4432-A793-03822E30226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632E7-F7C4-4FBC-AAD5-88821E823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10AAB-EF87-4E1D-B804-82FEEA976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C3E3D-F10F-40CF-B69C-E6AB8B4290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46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8233-C7B7-4AC1-A090-C0130032BF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Deep Learning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F6FDA-6D2B-4D3E-B488-5143C79C2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</a:t>
            </a:r>
          </a:p>
          <a:p>
            <a:pPr algn="r"/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pPr algn="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 K [24MCR101]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84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48E5-D49E-43AE-8FF1-4568E558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CNN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0867B-2AFB-4449-81BE-DD5892E8C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620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director of Facebook’s AI Research Group, pioneered convolutional neural networks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1988, he built the first one,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was used for character recognition tasks like reading zip codes and digits.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you ever wondered how facial recognition works on social media, or how object detection helps in building self-driving cars, or how disease detection is done using visual imagery in healthcare? It’s all possible thanks to convolutional neural networks (CNN).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28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01A5-F578-4982-8131-C8E9D294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Convolutional Neural Network?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4B99-A186-4C5B-895D-45983A374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convolutional neural network is a feed-forward neural network that is generally used to analyze visual images by processing data with grid-like topology.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also known as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convolutional neural network is used to detect and classify objects in an image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next slide, a neural network that identifies two types of flowers: Orchid and Rose.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255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F0BF94-5A5D-4803-A10A-0BFDC28ED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40" y="1390261"/>
            <a:ext cx="10965206" cy="363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81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13C80A-5C1D-4B3A-802D-1FAD360E6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65" y="1362269"/>
            <a:ext cx="9861274" cy="376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7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B115-F827-489B-AFC4-672D45967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in a Convolutional Neural Network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ED21D-3D7A-4672-BC57-79234D322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253"/>
            <a:ext cx="10515600" cy="475871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/>
              <a:t>	A convolution neural network has multiple hidden layers that help in extracting information from an image. The four important layers in CNN are:</a:t>
            </a:r>
          </a:p>
          <a:p>
            <a:pPr>
              <a:lnSpc>
                <a:spcPct val="160000"/>
              </a:lnSpc>
            </a:pPr>
            <a:r>
              <a:rPr lang="en-US" dirty="0"/>
              <a:t>Convolution layer</a:t>
            </a:r>
          </a:p>
          <a:p>
            <a:pPr>
              <a:lnSpc>
                <a:spcPct val="160000"/>
              </a:lnSpc>
            </a:pPr>
            <a:r>
              <a:rPr lang="en-US" dirty="0" err="1"/>
              <a:t>ReLU</a:t>
            </a:r>
            <a:r>
              <a:rPr lang="en-US" dirty="0"/>
              <a:t> layer</a:t>
            </a:r>
          </a:p>
          <a:p>
            <a:pPr>
              <a:lnSpc>
                <a:spcPct val="160000"/>
              </a:lnSpc>
            </a:pPr>
            <a:r>
              <a:rPr lang="en-US" dirty="0"/>
              <a:t>Pooling layer</a:t>
            </a:r>
          </a:p>
          <a:p>
            <a:pPr>
              <a:lnSpc>
                <a:spcPct val="160000"/>
              </a:lnSpc>
            </a:pPr>
            <a:r>
              <a:rPr lang="en-US" dirty="0"/>
              <a:t>Fully connected layer</a:t>
            </a:r>
          </a:p>
          <a:p>
            <a:pPr>
              <a:lnSpc>
                <a:spcPct val="160000"/>
              </a:lnSpc>
            </a:pPr>
            <a:r>
              <a:rPr lang="en-US" dirty="0" err="1"/>
              <a:t>ReLU</a:t>
            </a:r>
            <a:r>
              <a:rPr lang="en-US" dirty="0"/>
              <a:t> layer/ Activation Layer</a:t>
            </a:r>
          </a:p>
          <a:p>
            <a:pPr>
              <a:lnSpc>
                <a:spcPct val="160000"/>
              </a:lnSpc>
            </a:pPr>
            <a:r>
              <a:rPr lang="en-US" dirty="0"/>
              <a:t>Flattening</a:t>
            </a:r>
          </a:p>
          <a:p>
            <a:pPr>
              <a:lnSpc>
                <a:spcPct val="160000"/>
              </a:lnSpc>
            </a:pPr>
            <a:r>
              <a:rPr lang="en-US" dirty="0"/>
              <a:t>Output Layer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725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063A-BD7F-4B6A-93BC-42E1C9416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16534-40B6-4F01-8492-94AD1DBD6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360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High Accuracy</a:t>
            </a:r>
          </a:p>
          <a:p>
            <a:pPr>
              <a:lnSpc>
                <a:spcPct val="150000"/>
              </a:lnSpc>
            </a:pPr>
            <a:r>
              <a:rPr lang="en-IN" dirty="0"/>
              <a:t>Efficiency</a:t>
            </a:r>
          </a:p>
          <a:p>
            <a:pPr>
              <a:lnSpc>
                <a:spcPct val="150000"/>
              </a:lnSpc>
            </a:pPr>
            <a:r>
              <a:rPr lang="en-IN" dirty="0"/>
              <a:t>Robustness</a:t>
            </a:r>
          </a:p>
          <a:p>
            <a:pPr>
              <a:lnSpc>
                <a:spcPct val="150000"/>
              </a:lnSpc>
            </a:pPr>
            <a:r>
              <a:rPr lang="en-IN" dirty="0"/>
              <a:t>Flexibility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178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DFD5-928C-4314-9687-678A946B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Convolutional Neural Networks (CNNs)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BE12-8C04-480F-A37B-424E68969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Complexity and Training Difficulty</a:t>
            </a:r>
          </a:p>
          <a:p>
            <a:pPr>
              <a:lnSpc>
                <a:spcPct val="150000"/>
              </a:lnSpc>
            </a:pPr>
            <a:r>
              <a:rPr lang="en-IN" dirty="0"/>
              <a:t>High Computational Demands</a:t>
            </a:r>
          </a:p>
          <a:p>
            <a:pPr>
              <a:lnSpc>
                <a:spcPct val="150000"/>
              </a:lnSpc>
            </a:pPr>
            <a:r>
              <a:rPr lang="en-IN" dirty="0"/>
              <a:t>Large Data Requirements</a:t>
            </a:r>
          </a:p>
          <a:p>
            <a:pPr>
              <a:lnSpc>
                <a:spcPct val="150000"/>
              </a:lnSpc>
            </a:pPr>
            <a:r>
              <a:rPr lang="en-IN" dirty="0"/>
              <a:t>Lack of Interpretability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612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A056-D5D7-436D-8458-D78370DA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E2D-BC35-498B-B1BC-7CEF8DCE0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 have become one of the most powerful and widely used architectures in deep learning, particularly for tasks involving images, video, and spatial data.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automatically learning hierarchical feature representations through convolution, pooling, and non-linear activation layers, CNNs eliminate the need for manual feature extraction.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ability to capture local patterns and scale them into more abstract, high-level features makes them highly effective for computer vision tasks such as image classification, object detection, and segmentation.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vision, CNNs are also applied in natural language processing, medical imaging, and speech recognition, proving their versatility.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1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367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CNN Deep Learning </vt:lpstr>
      <vt:lpstr>Introduction to CNN</vt:lpstr>
      <vt:lpstr>What is Convolutional Neural Network?</vt:lpstr>
      <vt:lpstr>PowerPoint Presentation</vt:lpstr>
      <vt:lpstr>PowerPoint Presentation</vt:lpstr>
      <vt:lpstr>Layers in a Convolutional Neural Network</vt:lpstr>
      <vt:lpstr>Advantages of CNN</vt:lpstr>
      <vt:lpstr>Disadvantages of Convolutional Neural Networks (CNNs)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Deep Learning</dc:title>
  <dc:creator>SIVA</dc:creator>
  <cp:lastModifiedBy>SIVA</cp:lastModifiedBy>
  <cp:revision>4</cp:revision>
  <dcterms:created xsi:type="dcterms:W3CDTF">2025-08-27T05:50:41Z</dcterms:created>
  <dcterms:modified xsi:type="dcterms:W3CDTF">2025-08-27T06:06:06Z</dcterms:modified>
</cp:coreProperties>
</file>